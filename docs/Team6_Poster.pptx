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260" r:id="rId1"/>
  </p:sldMasterIdLst>
  <p:handoutMasterIdLst>
    <p:handoutMasterId r:id="rId3"/>
  </p:handoutMasterIdLst>
  <p:sldIdLst>
    <p:sldId id="256" r:id="rId2"/>
  </p:sldIdLst>
  <p:sldSz cx="32918400" cy="21945600"/>
  <p:notesSz cx="7010400" cy="9271000"/>
  <p:embeddedFontLst>
    <p:embeddedFont>
      <p:font typeface="Libre Baskerville" panose="02000000000000000000" pitchFamily="2" charset="0"/>
      <p:regular r:id="rId4"/>
      <p:bold r:id="rId5"/>
    </p:embeddedFont>
    <p:embeddedFont>
      <p:font typeface="Montserrat" panose="00000500000000000000" pitchFamily="2" charset="0"/>
      <p:regular r:id="rId6"/>
      <p:bold r:id="rId7"/>
    </p:embeddedFont>
    <p:embeddedFont>
      <p:font typeface="Montserrat Light" panose="00000400000000000000" pitchFamily="2" charset="0"/>
      <p:regular r:id="rId8"/>
    </p:embeddedFont>
  </p:embeddedFontLst>
  <p:custDataLst>
    <p:tags r:id="rId9"/>
  </p:custDataLst>
  <p:defaultTextStyle>
    <a:defPPr>
      <a:defRPr lang="en-US"/>
    </a:defPPr>
    <a:lvl1pPr marL="0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1pPr>
    <a:lvl2pPr marL="1341409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2pPr>
    <a:lvl3pPr marL="2682818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3pPr>
    <a:lvl4pPr marL="4024227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4pPr>
    <a:lvl5pPr marL="5365640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5pPr>
    <a:lvl6pPr marL="6707049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6pPr>
    <a:lvl7pPr marL="8048460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7pPr>
    <a:lvl8pPr marL="9389869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8pPr>
    <a:lvl9pPr marL="10731279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144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949" autoAdjust="0"/>
    <p:restoredTop sz="94710" autoAdjust="0"/>
  </p:normalViewPr>
  <p:slideViewPr>
    <p:cSldViewPr snapToGrid="0">
      <p:cViewPr varScale="1">
        <p:scale>
          <a:sx n="27" d="100"/>
          <a:sy n="27" d="100"/>
        </p:scale>
        <p:origin x="1478" y="14"/>
      </p:cViewPr>
      <p:guideLst>
        <p:guide orient="horz"/>
        <p:guide pos="144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302F586B-0015-43FB-918D-31E1A09780E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5F29C2D4-4424-41A2-A90C-29D31B733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3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5573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1252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5"/>
            <a:ext cx="27980642" cy="4358640"/>
          </a:xfrm>
        </p:spPr>
        <p:txBody>
          <a:bodyPr anchor="t"/>
          <a:lstStyle>
            <a:defPPr>
              <a:defRPr kern="1200"/>
            </a:defPPr>
            <a:lvl1pPr algn="l">
              <a:defRPr sz="11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3"/>
            <a:ext cx="27980642" cy="4800598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5467">
                <a:solidFill>
                  <a:schemeClr val="tx1">
                    <a:tint val="75000"/>
                  </a:schemeClr>
                </a:solidFill>
              </a:defRPr>
            </a:lvl1pPr>
            <a:lvl2pPr marL="1253758" indent="0">
              <a:buNone/>
              <a:defRPr sz="4934">
                <a:solidFill>
                  <a:schemeClr val="tx1">
                    <a:tint val="75000"/>
                  </a:schemeClr>
                </a:solidFill>
              </a:defRPr>
            </a:lvl2pPr>
            <a:lvl3pPr marL="2507516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3pPr>
            <a:lvl4pPr marL="3761275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4pPr>
            <a:lvl5pPr marL="5015033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5pPr>
            <a:lvl6pPr marL="6268791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6pPr>
            <a:lvl7pPr marL="7522549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7pPr>
            <a:lvl8pPr marL="8776307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8pPr>
            <a:lvl9pPr marL="10030065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4067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5120642"/>
            <a:ext cx="14538961" cy="14483082"/>
          </a:xfrm>
        </p:spPr>
        <p:txBody>
          <a:bodyPr/>
          <a:lstStyle>
            <a:defPPr>
              <a:defRPr kern="1200"/>
            </a:defPPr>
            <a:lvl1pPr>
              <a:defRPr sz="7667"/>
            </a:lvl1pPr>
            <a:lvl2pPr>
              <a:defRPr sz="6600"/>
            </a:lvl2pPr>
            <a:lvl3pPr>
              <a:defRPr sz="5467"/>
            </a:lvl3pPr>
            <a:lvl4pPr>
              <a:defRPr sz="4934"/>
            </a:lvl4pPr>
            <a:lvl5pPr>
              <a:defRPr sz="4934"/>
            </a:lvl5pPr>
            <a:lvl6pPr>
              <a:defRPr sz="4934"/>
            </a:lvl6pPr>
            <a:lvl7pPr>
              <a:defRPr sz="4934"/>
            </a:lvl7pPr>
            <a:lvl8pPr>
              <a:defRPr sz="4934"/>
            </a:lvl8pPr>
            <a:lvl9pPr>
              <a:defRPr sz="49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1" y="5120642"/>
            <a:ext cx="14538961" cy="14483082"/>
          </a:xfrm>
        </p:spPr>
        <p:txBody>
          <a:bodyPr/>
          <a:lstStyle>
            <a:defPPr>
              <a:defRPr kern="1200"/>
            </a:defPPr>
            <a:lvl1pPr>
              <a:defRPr sz="7667"/>
            </a:lvl1pPr>
            <a:lvl2pPr>
              <a:defRPr sz="6600"/>
            </a:lvl2pPr>
            <a:lvl3pPr>
              <a:defRPr sz="5467"/>
            </a:lvl3pPr>
            <a:lvl4pPr>
              <a:defRPr sz="4934"/>
            </a:lvl4pPr>
            <a:lvl5pPr>
              <a:defRPr sz="4934"/>
            </a:lvl5pPr>
            <a:lvl6pPr>
              <a:defRPr sz="4934"/>
            </a:lvl6pPr>
            <a:lvl7pPr>
              <a:defRPr sz="4934"/>
            </a:lvl7pPr>
            <a:lvl8pPr>
              <a:defRPr sz="4934"/>
            </a:lvl8pPr>
            <a:lvl9pPr>
              <a:defRPr sz="49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2779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2"/>
            <a:ext cx="14544677" cy="2047238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6600" b="1"/>
            </a:lvl1pPr>
            <a:lvl2pPr marL="1253758" indent="0">
              <a:buNone/>
              <a:defRPr sz="5467" b="1"/>
            </a:lvl2pPr>
            <a:lvl3pPr marL="2507516" indent="0">
              <a:buNone/>
              <a:defRPr sz="4934" b="1"/>
            </a:lvl3pPr>
            <a:lvl4pPr marL="3761275" indent="0">
              <a:buNone/>
              <a:defRPr sz="4400" b="1"/>
            </a:lvl4pPr>
            <a:lvl5pPr marL="5015033" indent="0">
              <a:buNone/>
              <a:defRPr sz="4400" b="1"/>
            </a:lvl5pPr>
            <a:lvl6pPr marL="6268791" indent="0">
              <a:buNone/>
              <a:defRPr sz="4400" b="1"/>
            </a:lvl6pPr>
            <a:lvl7pPr marL="7522549" indent="0">
              <a:buNone/>
              <a:defRPr sz="4400" b="1"/>
            </a:lvl7pPr>
            <a:lvl8pPr marL="8776307" indent="0">
              <a:buNone/>
              <a:defRPr sz="4400" b="1"/>
            </a:lvl8pPr>
            <a:lvl9pPr marL="10030065" indent="0">
              <a:buNone/>
              <a:defRPr sz="4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0"/>
            <a:ext cx="14544677" cy="12644122"/>
          </a:xfrm>
        </p:spPr>
        <p:txBody>
          <a:bodyPr/>
          <a:lstStyle>
            <a:defPPr>
              <a:defRPr kern="1200"/>
            </a:defPPr>
            <a:lvl1pPr>
              <a:defRPr sz="6600"/>
            </a:lvl1pPr>
            <a:lvl2pPr>
              <a:defRPr sz="5467"/>
            </a:lvl2pPr>
            <a:lvl3pPr>
              <a:defRPr sz="4934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4912362"/>
            <a:ext cx="14550389" cy="2047238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6600" b="1"/>
            </a:lvl1pPr>
            <a:lvl2pPr marL="1253758" indent="0">
              <a:buNone/>
              <a:defRPr sz="5467" b="1"/>
            </a:lvl2pPr>
            <a:lvl3pPr marL="2507516" indent="0">
              <a:buNone/>
              <a:defRPr sz="4934" b="1"/>
            </a:lvl3pPr>
            <a:lvl4pPr marL="3761275" indent="0">
              <a:buNone/>
              <a:defRPr sz="4400" b="1"/>
            </a:lvl4pPr>
            <a:lvl5pPr marL="5015033" indent="0">
              <a:buNone/>
              <a:defRPr sz="4400" b="1"/>
            </a:lvl5pPr>
            <a:lvl6pPr marL="6268791" indent="0">
              <a:buNone/>
              <a:defRPr sz="4400" b="1"/>
            </a:lvl6pPr>
            <a:lvl7pPr marL="7522549" indent="0">
              <a:buNone/>
              <a:defRPr sz="4400" b="1"/>
            </a:lvl7pPr>
            <a:lvl8pPr marL="8776307" indent="0">
              <a:buNone/>
              <a:defRPr sz="4400" b="1"/>
            </a:lvl8pPr>
            <a:lvl9pPr marL="10030065" indent="0">
              <a:buNone/>
              <a:defRPr sz="4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6959600"/>
            <a:ext cx="14550389" cy="12644122"/>
          </a:xfrm>
        </p:spPr>
        <p:txBody>
          <a:bodyPr/>
          <a:lstStyle>
            <a:defPPr>
              <a:defRPr kern="1200"/>
            </a:defPPr>
            <a:lvl1pPr>
              <a:defRPr sz="6600"/>
            </a:lvl1pPr>
            <a:lvl2pPr>
              <a:defRPr sz="5467"/>
            </a:lvl2pPr>
            <a:lvl3pPr>
              <a:defRPr sz="4934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330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14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1478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5" y="873760"/>
            <a:ext cx="10829927" cy="3718560"/>
          </a:xfrm>
        </p:spPr>
        <p:txBody>
          <a:bodyPr anchor="b"/>
          <a:lstStyle>
            <a:defPPr>
              <a:defRPr kern="1200"/>
            </a:defPPr>
            <a:lvl1pPr algn="l">
              <a:defRPr sz="54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79" y="873761"/>
            <a:ext cx="18402300" cy="18729961"/>
          </a:xfrm>
        </p:spPr>
        <p:txBody>
          <a:bodyPr/>
          <a:lstStyle>
            <a:defPPr>
              <a:defRPr kern="1200"/>
            </a:defPPr>
            <a:lvl1pPr>
              <a:defRPr sz="8800"/>
            </a:lvl1pPr>
            <a:lvl2pPr>
              <a:defRPr sz="7667"/>
            </a:lvl2pPr>
            <a:lvl3pPr>
              <a:defRPr sz="6600"/>
            </a:lvl3pPr>
            <a:lvl4pPr>
              <a:defRPr sz="5467"/>
            </a:lvl4pPr>
            <a:lvl5pPr>
              <a:defRPr sz="5467"/>
            </a:lvl5pPr>
            <a:lvl6pPr>
              <a:defRPr sz="5467"/>
            </a:lvl6pPr>
            <a:lvl7pPr>
              <a:defRPr sz="5467"/>
            </a:lvl7pPr>
            <a:lvl8pPr>
              <a:defRPr sz="5467"/>
            </a:lvl8pPr>
            <a:lvl9pPr>
              <a:defRPr sz="5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5" y="4592321"/>
            <a:ext cx="10829927" cy="15011402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867"/>
            </a:lvl1pPr>
            <a:lvl2pPr marL="1253758" indent="0">
              <a:buNone/>
              <a:defRPr sz="3267"/>
            </a:lvl2pPr>
            <a:lvl3pPr marL="2507516" indent="0">
              <a:buNone/>
              <a:defRPr sz="2733"/>
            </a:lvl3pPr>
            <a:lvl4pPr marL="3761275" indent="0">
              <a:buNone/>
              <a:defRPr sz="2467"/>
            </a:lvl4pPr>
            <a:lvl5pPr marL="5015033" indent="0">
              <a:buNone/>
              <a:defRPr sz="2467"/>
            </a:lvl5pPr>
            <a:lvl6pPr marL="6268791" indent="0">
              <a:buNone/>
              <a:defRPr sz="2467"/>
            </a:lvl6pPr>
            <a:lvl7pPr marL="7522549" indent="0">
              <a:buNone/>
              <a:defRPr sz="2467"/>
            </a:lvl7pPr>
            <a:lvl8pPr marL="8776307" indent="0">
              <a:buNone/>
              <a:defRPr sz="2467"/>
            </a:lvl8pPr>
            <a:lvl9pPr marL="10030065" indent="0">
              <a:buNone/>
              <a:defRPr sz="2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970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15361920"/>
            <a:ext cx="19751041" cy="1813562"/>
          </a:xfrm>
        </p:spPr>
        <p:txBody>
          <a:bodyPr anchor="b"/>
          <a:lstStyle>
            <a:defPPr>
              <a:defRPr kern="1200"/>
            </a:defPPr>
            <a:lvl1pPr algn="l">
              <a:defRPr sz="54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1960881"/>
            <a:ext cx="19751041" cy="13167359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8800"/>
            </a:lvl1pPr>
            <a:lvl2pPr marL="1253758" indent="0">
              <a:buNone/>
              <a:defRPr sz="7667"/>
            </a:lvl2pPr>
            <a:lvl3pPr marL="2507516" indent="0">
              <a:buNone/>
              <a:defRPr sz="6600"/>
            </a:lvl3pPr>
            <a:lvl4pPr marL="3761275" indent="0">
              <a:buNone/>
              <a:defRPr sz="5467"/>
            </a:lvl4pPr>
            <a:lvl5pPr marL="5015033" indent="0">
              <a:buNone/>
              <a:defRPr sz="5467"/>
            </a:lvl5pPr>
            <a:lvl6pPr marL="6268791" indent="0">
              <a:buNone/>
              <a:defRPr sz="5467"/>
            </a:lvl6pPr>
            <a:lvl7pPr marL="7522549" indent="0">
              <a:buNone/>
              <a:defRPr sz="5467"/>
            </a:lvl7pPr>
            <a:lvl8pPr marL="8776307" indent="0">
              <a:buNone/>
              <a:defRPr sz="5467"/>
            </a:lvl8pPr>
            <a:lvl9pPr marL="10030065" indent="0">
              <a:buNone/>
              <a:defRPr sz="54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17175482"/>
            <a:ext cx="19751041" cy="257555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867"/>
            </a:lvl1pPr>
            <a:lvl2pPr marL="1253758" indent="0">
              <a:buNone/>
              <a:defRPr sz="3267"/>
            </a:lvl2pPr>
            <a:lvl3pPr marL="2507516" indent="0">
              <a:buNone/>
              <a:defRPr sz="2733"/>
            </a:lvl3pPr>
            <a:lvl4pPr marL="3761275" indent="0">
              <a:buNone/>
              <a:defRPr sz="2467"/>
            </a:lvl4pPr>
            <a:lvl5pPr marL="5015033" indent="0">
              <a:buNone/>
              <a:defRPr sz="2467"/>
            </a:lvl5pPr>
            <a:lvl6pPr marL="6268791" indent="0">
              <a:buNone/>
              <a:defRPr sz="2467"/>
            </a:lvl6pPr>
            <a:lvl7pPr marL="7522549" indent="0">
              <a:buNone/>
              <a:defRPr sz="2467"/>
            </a:lvl7pPr>
            <a:lvl8pPr marL="8776307" indent="0">
              <a:buNone/>
              <a:defRPr sz="2467"/>
            </a:lvl8pPr>
            <a:lvl9pPr marL="10030065" indent="0">
              <a:buNone/>
              <a:defRPr sz="2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2618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248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1" y="878843"/>
            <a:ext cx="7406640" cy="18724880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1" y="878843"/>
            <a:ext cx="21671279" cy="18724880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722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1" y="878842"/>
            <a:ext cx="29626558" cy="3657600"/>
          </a:xfrm>
          <a:prstGeom prst="rect">
            <a:avLst/>
          </a:prstGeom>
        </p:spPr>
        <p:txBody>
          <a:bodyPr vert="horz" lIns="376108" tIns="188056" rIns="376108" bIns="188056" rtlCol="0" anchor="ctr">
            <a:normAutofit/>
          </a:bodyPr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1" y="5120642"/>
            <a:ext cx="29626558" cy="14483082"/>
          </a:xfrm>
          <a:prstGeom prst="rect">
            <a:avLst/>
          </a:prstGeom>
        </p:spPr>
        <p:txBody>
          <a:bodyPr vert="horz" lIns="376108" tIns="188056" rIns="376108" bIns="188056" rtlCol="0">
            <a:normAutofit/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20340324"/>
            <a:ext cx="7680960" cy="11684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l">
              <a:defRPr sz="32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EE5B7-680E-44FF-962F-3113FAB5030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1" y="20340324"/>
            <a:ext cx="10424160" cy="11684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ctr">
              <a:defRPr sz="32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1" y="20340324"/>
            <a:ext cx="7680960" cy="11684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r">
              <a:defRPr sz="32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hypotheticalocean  Size: 36x24</a:t>
            </a:r>
          </a:p>
        </p:txBody>
      </p:sp>
    </p:spTree>
    <p:extLst>
      <p:ext uri="{BB962C8B-B14F-4D97-AF65-F5344CB8AC3E}">
        <p14:creationId xmlns:p14="http://schemas.microsoft.com/office/powerpoint/2010/main" val="265923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ransition/>
  <p:txStyles>
    <p:titleStyle>
      <a:defPPr>
        <a:defRPr kern="1200"/>
      </a:defPPr>
      <a:lvl1pPr algn="ctr" defTabSz="2507516" rtl="0" eaLnBrk="1" latinLnBrk="0" hangingPunct="1">
        <a:spcBef>
          <a:spcPct val="0"/>
        </a:spcBef>
        <a:buNone/>
        <a:defRPr sz="120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940317" indent="-940317" algn="l" defTabSz="2507516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1pPr>
      <a:lvl2pPr marL="2037358" indent="-783600" algn="l" defTabSz="2507516" rtl="0" eaLnBrk="1" latinLnBrk="0" hangingPunct="1">
        <a:spcBef>
          <a:spcPct val="20000"/>
        </a:spcBef>
        <a:buFont typeface="Arial" pitchFamily="34" charset="0"/>
        <a:buChar char="–"/>
        <a:defRPr sz="7667" kern="1200">
          <a:solidFill>
            <a:schemeClr val="tx1"/>
          </a:solidFill>
          <a:latin typeface="+mn-lt"/>
          <a:ea typeface="+mn-ea"/>
          <a:cs typeface="+mn-cs"/>
        </a:defRPr>
      </a:lvl2pPr>
      <a:lvl3pPr marL="3134395" indent="-626879" algn="l" defTabSz="2507516" rtl="0" eaLnBrk="1" latinLnBrk="0" hangingPunct="1">
        <a:spcBef>
          <a:spcPct val="20000"/>
        </a:spcBef>
        <a:buFont typeface="Arial" pitchFamily="34" charset="0"/>
        <a:buChar char="•"/>
        <a:defRPr sz="6600" kern="1200">
          <a:solidFill>
            <a:schemeClr val="tx1"/>
          </a:solidFill>
          <a:latin typeface="+mn-lt"/>
          <a:ea typeface="+mn-ea"/>
          <a:cs typeface="+mn-cs"/>
        </a:defRPr>
      </a:lvl3pPr>
      <a:lvl4pPr marL="4388153" indent="-626879" algn="l" defTabSz="2507516" rtl="0" eaLnBrk="1" latinLnBrk="0" hangingPunct="1">
        <a:spcBef>
          <a:spcPct val="20000"/>
        </a:spcBef>
        <a:buFont typeface="Arial" pitchFamily="34" charset="0"/>
        <a:buChar char="–"/>
        <a:defRPr sz="5467" kern="1200">
          <a:solidFill>
            <a:schemeClr val="tx1"/>
          </a:solidFill>
          <a:latin typeface="+mn-lt"/>
          <a:ea typeface="+mn-ea"/>
          <a:cs typeface="+mn-cs"/>
        </a:defRPr>
      </a:lvl4pPr>
      <a:lvl5pPr marL="5641911" indent="-626879" algn="l" defTabSz="2507516" rtl="0" eaLnBrk="1" latinLnBrk="0" hangingPunct="1">
        <a:spcBef>
          <a:spcPct val="20000"/>
        </a:spcBef>
        <a:buFont typeface="Arial" pitchFamily="34" charset="0"/>
        <a:buChar char="»"/>
        <a:defRPr sz="5467" kern="1200">
          <a:solidFill>
            <a:schemeClr val="tx1"/>
          </a:solidFill>
          <a:latin typeface="+mn-lt"/>
          <a:ea typeface="+mn-ea"/>
          <a:cs typeface="+mn-cs"/>
        </a:defRPr>
      </a:lvl5pPr>
      <a:lvl6pPr marL="6895670" indent="-626879" algn="l" defTabSz="2507516" rtl="0" eaLnBrk="1" latinLnBrk="0" hangingPunct="1">
        <a:spcBef>
          <a:spcPct val="20000"/>
        </a:spcBef>
        <a:buFont typeface="Arial" pitchFamily="34" charset="0"/>
        <a:buChar char="•"/>
        <a:defRPr sz="5467" kern="1200">
          <a:solidFill>
            <a:schemeClr val="tx1"/>
          </a:solidFill>
          <a:latin typeface="+mn-lt"/>
          <a:ea typeface="+mn-ea"/>
          <a:cs typeface="+mn-cs"/>
        </a:defRPr>
      </a:lvl6pPr>
      <a:lvl7pPr marL="8149428" indent="-626879" algn="l" defTabSz="2507516" rtl="0" eaLnBrk="1" latinLnBrk="0" hangingPunct="1">
        <a:spcBef>
          <a:spcPct val="20000"/>
        </a:spcBef>
        <a:buFont typeface="Arial" pitchFamily="34" charset="0"/>
        <a:buChar char="•"/>
        <a:defRPr sz="5467" kern="1200">
          <a:solidFill>
            <a:schemeClr val="tx1"/>
          </a:solidFill>
          <a:latin typeface="+mn-lt"/>
          <a:ea typeface="+mn-ea"/>
          <a:cs typeface="+mn-cs"/>
        </a:defRPr>
      </a:lvl7pPr>
      <a:lvl8pPr marL="9403186" indent="-626879" algn="l" defTabSz="2507516" rtl="0" eaLnBrk="1" latinLnBrk="0" hangingPunct="1">
        <a:spcBef>
          <a:spcPct val="20000"/>
        </a:spcBef>
        <a:buFont typeface="Arial" pitchFamily="34" charset="0"/>
        <a:buChar char="•"/>
        <a:defRPr sz="5467" kern="1200">
          <a:solidFill>
            <a:schemeClr val="tx1"/>
          </a:solidFill>
          <a:latin typeface="+mn-lt"/>
          <a:ea typeface="+mn-ea"/>
          <a:cs typeface="+mn-cs"/>
        </a:defRPr>
      </a:lvl8pPr>
      <a:lvl9pPr marL="10656944" indent="-626879" algn="l" defTabSz="2507516" rtl="0" eaLnBrk="1" latinLnBrk="0" hangingPunct="1">
        <a:spcBef>
          <a:spcPct val="20000"/>
        </a:spcBef>
        <a:buFont typeface="Arial" pitchFamily="34" charset="0"/>
        <a:buChar char="•"/>
        <a:defRPr sz="54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07516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1pPr>
      <a:lvl2pPr marL="1253758" algn="l" defTabSz="2507516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2pPr>
      <a:lvl3pPr marL="2507516" algn="l" defTabSz="2507516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3pPr>
      <a:lvl4pPr marL="3761275" algn="l" defTabSz="2507516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4pPr>
      <a:lvl5pPr marL="5015033" algn="l" defTabSz="2507516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5pPr>
      <a:lvl6pPr marL="6268791" algn="l" defTabSz="2507516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6pPr>
      <a:lvl7pPr marL="7522549" algn="l" defTabSz="2507516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7pPr>
      <a:lvl8pPr marL="8776307" algn="l" defTabSz="2507516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8pPr>
      <a:lvl9pPr marL="10030065" algn="l" defTabSz="2507516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885286F-B77A-4AB2-8C55-75DFDA1BC2B9}"/>
              </a:ext>
            </a:extLst>
          </p:cNvPr>
          <p:cNvGrpSpPr/>
          <p:nvPr/>
        </p:nvGrpSpPr>
        <p:grpSpPr>
          <a:xfrm>
            <a:off x="1" y="4018845"/>
            <a:ext cx="32918400" cy="17926755"/>
            <a:chOff x="1" y="4018845"/>
            <a:chExt cx="32918400" cy="1792675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9" name="Flowchart: Document 70"/>
            <p:cNvSpPr/>
            <p:nvPr/>
          </p:nvSpPr>
          <p:spPr>
            <a:xfrm rot="10800000" flipH="1">
              <a:off x="1" y="4135090"/>
              <a:ext cx="32918400" cy="11366255"/>
            </a:xfrm>
            <a:custGeom>
              <a:avLst/>
              <a:gdLst>
                <a:gd name="connsiteX0" fmla="*/ 0 w 21600"/>
                <a:gd name="connsiteY0" fmla="*/ 0 h 21600"/>
                <a:gd name="connsiteX1" fmla="*/ 21600 w 21600"/>
                <a:gd name="connsiteY1" fmla="*/ 0 h 21600"/>
                <a:gd name="connsiteX2" fmla="*/ 21600 w 21600"/>
                <a:gd name="connsiteY2" fmla="*/ 17322 h 21600"/>
                <a:gd name="connsiteX3" fmla="*/ 0 w 21600"/>
                <a:gd name="connsiteY3" fmla="*/ 20172 h 21600"/>
                <a:gd name="connsiteX4" fmla="*/ 0 w 21600"/>
                <a:gd name="connsiteY4" fmla="*/ 0 h 21600"/>
                <a:gd name="connsiteX0dup0" fmla="*/ 0 w 21600"/>
                <a:gd name="connsiteY0dup0" fmla="*/ 0 h 21495"/>
                <a:gd name="connsiteX1dup0" fmla="*/ 21600 w 21600"/>
                <a:gd name="connsiteY1dup0" fmla="*/ 0 h 21495"/>
                <a:gd name="connsiteX2dup0" fmla="*/ 15601 w 21600"/>
                <a:gd name="connsiteY2dup0" fmla="*/ 18514 h 21495"/>
                <a:gd name="connsiteX3dup0" fmla="*/ 0 w 21600"/>
                <a:gd name="connsiteY3dup0" fmla="*/ 20172 h 21495"/>
                <a:gd name="connsiteX4dup0" fmla="*/ 0 w 21600"/>
                <a:gd name="connsiteY4dup0" fmla="*/ 0 h 21495"/>
                <a:gd name="connsiteX0dup0dup1" fmla="*/ 0 w 15601"/>
                <a:gd name="connsiteY0dup0dup1" fmla="*/ 29 h 21524"/>
                <a:gd name="connsiteX1dup0dup1" fmla="*/ 15591 w 15601"/>
                <a:gd name="connsiteY1dup0dup1" fmla="*/ 0 h 21524"/>
                <a:gd name="connsiteX2dup0dup1" fmla="*/ 15601 w 15601"/>
                <a:gd name="connsiteY2dup0dup1" fmla="*/ 18543 h 21524"/>
                <a:gd name="connsiteX3dup0dup1" fmla="*/ 0 w 15601"/>
                <a:gd name="connsiteY3dup0dup1" fmla="*/ 20201 h 21524"/>
                <a:gd name="connsiteX4dup0dup1" fmla="*/ 0 w 15601"/>
                <a:gd name="connsiteY4dup0dup1" fmla="*/ 29 h 21524"/>
                <a:gd name="connsiteX0dup0dup1dup2" fmla="*/ 0 w 15601"/>
                <a:gd name="connsiteY0dup0dup1dup2" fmla="*/ 29 h 21278"/>
                <a:gd name="connsiteX1dup0dup1dup2" fmla="*/ 15591 w 15601"/>
                <a:gd name="connsiteY1dup0dup1dup2" fmla="*/ 0 h 21278"/>
                <a:gd name="connsiteX2dup0dup1dup2" fmla="*/ 15601 w 15601"/>
                <a:gd name="connsiteY2dup0dup1dup2" fmla="*/ 18543 h 21278"/>
                <a:gd name="connsiteX3dup0dup1dup2" fmla="*/ 0 w 15601"/>
                <a:gd name="connsiteY3dup0dup1dup2" fmla="*/ 20201 h 21278"/>
                <a:gd name="connsiteX4dup0dup1dup2" fmla="*/ 0 w 15601"/>
                <a:gd name="connsiteY4dup0dup1dup2" fmla="*/ 29 h 21278"/>
                <a:gd name="connsiteX0dup0dup1dup2dup3" fmla="*/ 0 w 15601"/>
                <a:gd name="connsiteY0dup0dup1dup2dup3" fmla="*/ 29 h 21156"/>
                <a:gd name="connsiteX1dup0dup1dup2dup3" fmla="*/ 15591 w 15601"/>
                <a:gd name="connsiteY1dup0dup1dup2dup3" fmla="*/ 0 h 21156"/>
                <a:gd name="connsiteX2dup0dup1dup2dup3" fmla="*/ 15601 w 15601"/>
                <a:gd name="connsiteY2dup0dup1dup2dup3" fmla="*/ 18543 h 21156"/>
                <a:gd name="connsiteX3dup0dup1dup2dup3" fmla="*/ 0 w 15601"/>
                <a:gd name="connsiteY3dup0dup1dup2dup3" fmla="*/ 20201 h 21156"/>
                <a:gd name="connsiteX4dup0dup1dup2dup3" fmla="*/ 0 w 15601"/>
                <a:gd name="connsiteY4dup0dup1dup2dup3" fmla="*/ 29 h 21156"/>
                <a:gd name="connsiteX0dup0dup1dup2dup3dup4" fmla="*/ 0 w 15601"/>
                <a:gd name="connsiteY0dup0dup1dup2dup3dup4" fmla="*/ 29 h 21172"/>
                <a:gd name="connsiteX1dup0dup1dup2dup3dup4" fmla="*/ 15591 w 15601"/>
                <a:gd name="connsiteY1dup0dup1dup2dup3dup4" fmla="*/ 0 h 21172"/>
                <a:gd name="connsiteX2dup0dup1dup2dup3dup4" fmla="*/ 15601 w 15601"/>
                <a:gd name="connsiteY2dup0dup1dup2dup3dup4" fmla="*/ 18543 h 21172"/>
                <a:gd name="connsiteX3dup0dup1dup2dup3dup4" fmla="*/ 0 w 15601"/>
                <a:gd name="connsiteY3dup0dup1dup2dup3dup4" fmla="*/ 20201 h 21172"/>
                <a:gd name="connsiteX4dup0dup1dup2dup3dup4" fmla="*/ 0 w 15601"/>
                <a:gd name="connsiteY4dup0dup1dup2dup3dup4" fmla="*/ 29 h 21172"/>
                <a:gd name="connsiteX0dup0dup1dup2dup3dup4dup5" fmla="*/ 0 w 15601"/>
                <a:gd name="connsiteY0dup0dup1dup2dup3dup4dup5" fmla="*/ 29 h 21294"/>
                <a:gd name="connsiteX1dup0dup1dup2dup3dup4dup5" fmla="*/ 15591 w 15601"/>
                <a:gd name="connsiteY1dup0dup1dup2dup3dup4dup5" fmla="*/ 0 h 21294"/>
                <a:gd name="connsiteX2dup0dup1dup2dup3dup4dup5" fmla="*/ 15601 w 15601"/>
                <a:gd name="connsiteY2dup0dup1dup2dup3dup4dup5" fmla="*/ 18543 h 21294"/>
                <a:gd name="connsiteX3dup0dup1dup2dup3dup4dup5" fmla="*/ 0 w 15601"/>
                <a:gd name="connsiteY3dup0dup1dup2dup3dup4dup5" fmla="*/ 20201 h 21294"/>
                <a:gd name="connsiteX4dup0dup1dup2dup3dup4dup5" fmla="*/ 0 w 15601"/>
                <a:gd name="connsiteY4dup0dup1dup2dup3dup4dup5" fmla="*/ 29 h 21294"/>
                <a:gd name="connsiteX0dup0dup1dup2dup3dup4dup5dup6" fmla="*/ 0 w 15601"/>
                <a:gd name="connsiteY0dup0dup1dup2dup3dup4dup5dup6" fmla="*/ 29 h 21270"/>
                <a:gd name="connsiteX1dup0dup1dup2dup3dup4dup5dup6" fmla="*/ 15591 w 15601"/>
                <a:gd name="connsiteY1dup0dup1dup2dup3dup4dup5dup6" fmla="*/ 0 h 21270"/>
                <a:gd name="connsiteX2dup0dup1dup2dup3dup4dup5dup6" fmla="*/ 15601 w 15601"/>
                <a:gd name="connsiteY2dup0dup1dup2dup3dup4dup5dup6" fmla="*/ 18543 h 21270"/>
                <a:gd name="connsiteX3dup0dup1dup2dup3dup4dup5dup6" fmla="*/ 0 w 15601"/>
                <a:gd name="connsiteY3dup0dup1dup2dup3dup4dup5dup6" fmla="*/ 20201 h 21270"/>
                <a:gd name="connsiteX4dup0dup1dup2dup3dup4dup5dup6" fmla="*/ 0 w 15601"/>
                <a:gd name="connsiteY4dup0dup1dup2dup3dup4dup5dup6" fmla="*/ 29 h 21270"/>
                <a:gd name="connsiteX0dup0dup1dup2dup3dup4dup5dup6dup7" fmla="*/ 0 w 15601"/>
                <a:gd name="connsiteY0dup0dup1dup2dup3dup4dup5dup6dup7" fmla="*/ 29 h 21322"/>
                <a:gd name="connsiteX1dup0dup1dup2dup3dup4dup5dup6dup7" fmla="*/ 15591 w 15601"/>
                <a:gd name="connsiteY1dup0dup1dup2dup3dup4dup5dup6dup7" fmla="*/ 0 h 21322"/>
                <a:gd name="connsiteX2dup0dup1dup2dup3dup4dup5dup6dup7" fmla="*/ 15601 w 15601"/>
                <a:gd name="connsiteY2dup0dup1dup2dup3dup4dup5dup6dup7" fmla="*/ 18863 h 21322"/>
                <a:gd name="connsiteX3dup0dup1dup2dup3dup4dup5dup6dup7" fmla="*/ 0 w 15601"/>
                <a:gd name="connsiteY3dup0dup1dup2dup3dup4dup5dup6dup7" fmla="*/ 20201 h 21322"/>
                <a:gd name="connsiteX4dup0dup1dup2dup3dup4dup5dup6dup7" fmla="*/ 0 w 15601"/>
                <a:gd name="connsiteY4dup0dup1dup2dup3dup4dup5dup6dup7" fmla="*/ 29 h 21322"/>
                <a:gd name="connsiteX0dup0dup1dup2dup3dup4dup5dup6dup7dup8" fmla="*/ 0 w 15601"/>
                <a:gd name="connsiteY0dup0dup1dup2dup3dup4dup5dup6dup7dup8" fmla="*/ 29 h 21347"/>
                <a:gd name="connsiteX1dup0dup1dup2dup3dup4dup5dup6dup7dup8" fmla="*/ 15591 w 15601"/>
                <a:gd name="connsiteY1dup0dup1dup2dup3dup4dup5dup6dup7dup8" fmla="*/ 0 h 21347"/>
                <a:gd name="connsiteX2dup0dup1dup2dup3dup4dup5dup6dup7dup8" fmla="*/ 15601 w 15601"/>
                <a:gd name="connsiteY2dup0dup1dup2dup3dup4dup5dup6dup7dup8" fmla="*/ 18863 h 21347"/>
                <a:gd name="connsiteX3dup0dup1dup2dup3dup4dup5dup6dup7dup8" fmla="*/ 0 w 15601"/>
                <a:gd name="connsiteY3dup0dup1dup2dup3dup4dup5dup6dup7dup8" fmla="*/ 20201 h 21347"/>
                <a:gd name="connsiteX4dup0dup1dup2dup3dup4dup5dup6dup7dup8" fmla="*/ 0 w 15601"/>
                <a:gd name="connsiteY4dup0dup1dup2dup3dup4dup5dup6dup7dup8" fmla="*/ 29 h 21347"/>
                <a:gd name="connsiteX0dup0dup1dup2dup3dup4dup5dup6dup7dup8dup9" fmla="*/ 0 w 15601"/>
                <a:gd name="connsiteY0dup0dup1dup2dup3dup4dup5dup6dup7dup8dup9" fmla="*/ 29 h 21222"/>
                <a:gd name="connsiteX1dup0dup1dup2dup3dup4dup5dup6dup7dup8dup9" fmla="*/ 15591 w 15601"/>
                <a:gd name="connsiteY1dup0dup1dup2dup3dup4dup5dup6dup7dup8dup9" fmla="*/ 0 h 21222"/>
                <a:gd name="connsiteX2dup0dup1dup2dup3dup4dup5dup6dup7dup8dup9" fmla="*/ 15601 w 15601"/>
                <a:gd name="connsiteY2dup0dup1dup2dup3dup4dup5dup6dup7dup8dup9" fmla="*/ 18863 h 21222"/>
                <a:gd name="connsiteX3dup0dup1dup2dup3dup4dup5dup6dup7dup8dup9" fmla="*/ 0 w 15601"/>
                <a:gd name="connsiteY3dup0dup1dup2dup3dup4dup5dup6dup7dup8dup9" fmla="*/ 20201 h 21222"/>
                <a:gd name="connsiteX4dup0dup1dup2dup3dup4dup5dup6dup7dup8dup9" fmla="*/ 0 w 15601"/>
                <a:gd name="connsiteY4dup0dup1dup2dup3dup4dup5dup6dup7dup8dup9" fmla="*/ 29 h 21222"/>
                <a:gd name="connsiteX0dup0dup1dup2dup3dup4dup5dup6dup7dup8dup9dup10" fmla="*/ 0 w 15601"/>
                <a:gd name="connsiteY0dup0dup1dup2dup3dup4dup5dup6dup7dup8dup9dup10" fmla="*/ 29 h 21210"/>
                <a:gd name="connsiteX1dup0dup1dup2dup3dup4dup5dup6dup7dup8dup9dup10" fmla="*/ 15591 w 15601"/>
                <a:gd name="connsiteY1dup0dup1dup2dup3dup4dup5dup6dup7dup8dup9dup10" fmla="*/ 0 h 21210"/>
                <a:gd name="connsiteX2dup0dup1dup2dup3dup4dup5dup6dup7dup8dup9dup10" fmla="*/ 15601 w 15601"/>
                <a:gd name="connsiteY2dup0dup1dup2dup3dup4dup5dup6dup7dup8dup9dup10" fmla="*/ 18863 h 21210"/>
                <a:gd name="connsiteX3dup0dup1dup2dup3dup4dup5dup6dup7dup8dup9dup10" fmla="*/ 0 w 15601"/>
                <a:gd name="connsiteY3dup0dup1dup2dup3dup4dup5dup6dup7dup8dup9dup10" fmla="*/ 20201 h 21210"/>
                <a:gd name="connsiteX4dup0dup1dup2dup3dup4dup5dup6dup7dup8dup9dup10" fmla="*/ 0 w 15601"/>
                <a:gd name="connsiteY4dup0dup1dup2dup3dup4dup5dup6dup7dup8dup9dup10" fmla="*/ 29 h 21210"/>
                <a:gd name="connsiteX0dup0dup1dup2dup3dup4dup5dup6dup7dup8dup9dup10dup11" fmla="*/ 0 w 15601"/>
                <a:gd name="connsiteY0dup0dup1dup2dup3dup4dup5dup6dup7dup8dup9dup10dup11" fmla="*/ 29 h 21275"/>
                <a:gd name="connsiteX1dup0dup1dup2dup3dup4dup5dup6dup7dup8dup9dup10dup11" fmla="*/ 15591 w 15601"/>
                <a:gd name="connsiteY1dup0dup1dup2dup3dup4dup5dup6dup7dup8dup9dup10dup11" fmla="*/ 0 h 21275"/>
                <a:gd name="connsiteX2dup0dup1dup2dup3dup4dup5dup6dup7dup8dup9dup10dup11" fmla="*/ 15601 w 15601"/>
                <a:gd name="connsiteY2dup0dup1dup2dup3dup4dup5dup6dup7dup8dup9dup10dup11" fmla="*/ 19241 h 21275"/>
                <a:gd name="connsiteX3dup0dup1dup2dup3dup4dup5dup6dup7dup8dup9dup10dup11" fmla="*/ 0 w 15601"/>
                <a:gd name="connsiteY3dup0dup1dup2dup3dup4dup5dup6dup7dup8dup9dup10dup11" fmla="*/ 20201 h 21275"/>
                <a:gd name="connsiteX4dup0dup1dup2dup3dup4dup5dup6dup7dup8dup9dup10dup11" fmla="*/ 0 w 15601"/>
                <a:gd name="connsiteY4dup0dup1dup2dup3dup4dup5dup6dup7dup8dup9dup10dup11" fmla="*/ 29 h 21275"/>
                <a:gd name="connsiteX0dup0dup1dup2dup3dup4dup5dup6dup7dup8dup9dup10dup11dup12" fmla="*/ 0 w 15601"/>
                <a:gd name="connsiteY0dup0dup1dup2dup3dup4dup5dup6dup7dup8dup9dup10dup11dup12" fmla="*/ 29 h 21467"/>
                <a:gd name="connsiteX1dup0dup1dup2dup3dup4dup5dup6dup7dup8dup9dup10dup11dup12" fmla="*/ 15591 w 15601"/>
                <a:gd name="connsiteY1dup0dup1dup2dup3dup4dup5dup6dup7dup8dup9dup10dup11dup12" fmla="*/ 0 h 21467"/>
                <a:gd name="connsiteX2dup0dup1dup2dup3dup4dup5dup6dup7dup8dup9dup10dup11dup12" fmla="*/ 15601 w 15601"/>
                <a:gd name="connsiteY2dup0dup1dup2dup3dup4dup5dup6dup7dup8dup9dup10dup11dup12" fmla="*/ 19241 h 21467"/>
                <a:gd name="connsiteX3dup0dup1dup2dup3dup4dup5dup6dup7dup8dup9dup10dup11dup12" fmla="*/ 0 w 15601"/>
                <a:gd name="connsiteY3dup0dup1dup2dup3dup4dup5dup6dup7dup8dup9dup10dup11dup12" fmla="*/ 20434 h 21467"/>
                <a:gd name="connsiteX4dup0dup1dup2dup3dup4dup5dup6dup7dup8dup9dup10dup11dup12" fmla="*/ 0 w 15601"/>
                <a:gd name="connsiteY4dup0dup1dup2dup3dup4dup5dup6dup7dup8dup9dup10dup11dup12" fmla="*/ 29 h 21467"/>
                <a:gd name="connsiteX0dup0dup1dup2dup3dup4dup5dup6dup7dup8dup9dup10dup11dup12dup13" fmla="*/ 0 w 15601"/>
                <a:gd name="connsiteY0dup0dup1dup2dup3dup4dup5dup6dup7dup8dup9dup10dup11dup12dup13" fmla="*/ 29 h 21343"/>
                <a:gd name="connsiteX1dup0dup1dup2dup3dup4dup5dup6dup7dup8dup9dup10dup11dup12dup13" fmla="*/ 15591 w 15601"/>
                <a:gd name="connsiteY1dup0dup1dup2dup3dup4dup5dup6dup7dup8dup9dup10dup11dup12dup13" fmla="*/ 0 h 21343"/>
                <a:gd name="connsiteX2dup0dup1dup2dup3dup4dup5dup6dup7dup8dup9dup10dup11dup12dup13" fmla="*/ 15601 w 15601"/>
                <a:gd name="connsiteY2dup0dup1dup2dup3dup4dup5dup6dup7dup8dup9dup10dup11dup12dup13" fmla="*/ 19241 h 21343"/>
                <a:gd name="connsiteX3dup0dup1dup2dup3dup4dup5dup6dup7dup8dup9dup10dup11dup12dup13" fmla="*/ 0 w 15601"/>
                <a:gd name="connsiteY3dup0dup1dup2dup3dup4dup5dup6dup7dup8dup9dup10dup11dup12dup13" fmla="*/ 20434 h 21343"/>
                <a:gd name="connsiteX4dup0dup1dup2dup3dup4dup5dup6dup7dup8dup9dup10dup11dup12dup13" fmla="*/ 0 w 15601"/>
                <a:gd name="connsiteY4dup0dup1dup2dup3dup4dup5dup6dup7dup8dup9dup10dup11dup12dup13" fmla="*/ 29 h 21343"/>
                <a:gd name="connsiteX0dup0dup1dup2dup3dup4dup5dup6dup7dup8dup9dup10dup11dup12dup13dup14" fmla="*/ 0 w 15601"/>
                <a:gd name="connsiteY0dup0dup1dup2dup3dup4dup5dup6dup7dup8dup9dup10dup11dup12dup13dup14" fmla="*/ 29 h 21351"/>
                <a:gd name="connsiteX1dup0dup1dup2dup3dup4dup5dup6dup7dup8dup9dup10dup11dup12dup13dup14" fmla="*/ 15591 w 15601"/>
                <a:gd name="connsiteY1dup0dup1dup2dup3dup4dup5dup6dup7dup8dup9dup10dup11dup12dup13dup14" fmla="*/ 0 h 21351"/>
                <a:gd name="connsiteX2dup0dup1dup2dup3dup4dup5dup6dup7dup8dup9dup10dup11dup12dup13dup14" fmla="*/ 15601 w 15601"/>
                <a:gd name="connsiteY2dup0dup1dup2dup3dup4dup5dup6dup7dup8dup9dup10dup11dup12dup13dup14" fmla="*/ 19241 h 21351"/>
                <a:gd name="connsiteX3dup0dup1dup2dup3dup4dup5dup6dup7dup8dup9dup10dup11dup12dup13dup14" fmla="*/ 0 w 15601"/>
                <a:gd name="connsiteY3dup0dup1dup2dup3dup4dup5dup6dup7dup8dup9dup10dup11dup12dup13dup14" fmla="*/ 20434 h 21351"/>
                <a:gd name="connsiteX4dup0dup1dup2dup3dup4dup5dup6dup7dup8dup9dup10dup11dup12dup13dup14" fmla="*/ 0 w 15601"/>
                <a:gd name="connsiteY4dup0dup1dup2dup3dup4dup5dup6dup7dup8dup9dup10dup11dup12dup13dup14" fmla="*/ 29 h 21351"/>
              </a:gdLst>
              <a:ahLst/>
              <a:cxnLst>
                <a:cxn ang="0">
                  <a:pos x="connsiteX0dup0dup1dup2dup3dup4dup5dup6dup7dup8dup9dup10dup11dup12dup13dup14" y="connsiteY0dup0dup1dup2dup3dup4dup5dup6dup7dup8dup9dup10dup11dup12dup13dup14"/>
                </a:cxn>
                <a:cxn ang="0">
                  <a:pos x="connsiteX1dup0dup1dup2dup3dup4dup5dup6dup7dup8dup9dup10dup11dup12dup13dup14" y="connsiteY1dup0dup1dup2dup3dup4dup5dup6dup7dup8dup9dup10dup11dup12dup13dup14"/>
                </a:cxn>
                <a:cxn ang="0">
                  <a:pos x="connsiteX2dup0dup1dup2dup3dup4dup5dup6dup7dup8dup9dup10dup11dup12dup13dup14" y="connsiteY2dup0dup1dup2dup3dup4dup5dup6dup7dup8dup9dup10dup11dup12dup13dup14"/>
                </a:cxn>
                <a:cxn ang="0">
                  <a:pos x="connsiteX3dup0dup1dup2dup3dup4dup5dup6dup7dup8dup9dup10dup11dup12dup13dup14" y="connsiteY3dup0dup1dup2dup3dup4dup5dup6dup7dup8dup9dup10dup11dup12dup13dup14"/>
                </a:cxn>
                <a:cxn ang="0">
                  <a:pos x="connsiteX4dup0dup1dup2dup3dup4dup5dup6dup7dup8dup9dup10dup11dup12dup13dup14" y="connsiteY4dup0dup1dup2dup3dup4dup5dup6dup7dup8dup9dup10dup11dup12dup13dup14"/>
                </a:cxn>
              </a:cxnLst>
              <a:rect l="l" t="t" r="r" b="b"/>
              <a:pathLst>
                <a:path w="15601" h="21351">
                  <a:moveTo>
                    <a:pt x="0" y="29"/>
                  </a:moveTo>
                  <a:lnTo>
                    <a:pt x="15591" y="0"/>
                  </a:lnTo>
                  <a:cubicBezTo>
                    <a:pt x="15591" y="5774"/>
                    <a:pt x="15601" y="13467"/>
                    <a:pt x="15601" y="19241"/>
                  </a:cubicBezTo>
                  <a:cubicBezTo>
                    <a:pt x="10638" y="19328"/>
                    <a:pt x="7602" y="23020"/>
                    <a:pt x="0" y="20434"/>
                  </a:cubicBez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1200"/>
              </a:defPPr>
            </a:lstStyle>
            <a:p>
              <a:pPr algn="ctr"/>
              <a:r>
                <a:rPr lang="en-US" sz="3524"/>
                <a:t> </a:t>
              </a:r>
            </a:p>
          </p:txBody>
        </p:sp>
        <p:sp>
          <p:nvSpPr>
            <p:cNvPr id="35" name="Flowchart: Document 34"/>
            <p:cNvSpPr/>
            <p:nvPr/>
          </p:nvSpPr>
          <p:spPr>
            <a:xfrm rot="10800000">
              <a:off x="3" y="4018845"/>
              <a:ext cx="32918394" cy="11474916"/>
            </a:xfrm>
            <a:prstGeom prst="flowChartDocumen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1200"/>
              </a:defPPr>
            </a:lstStyle>
            <a:p>
              <a:pPr algn="ctr"/>
              <a:endParaRPr lang="en-US" sz="3524"/>
            </a:p>
          </p:txBody>
        </p:sp>
        <p:sp>
          <p:nvSpPr>
            <p:cNvPr id="38" name="Flowchart: Document 37"/>
            <p:cNvSpPr/>
            <p:nvPr/>
          </p:nvSpPr>
          <p:spPr>
            <a:xfrm rot="10800000">
              <a:off x="1" y="4196004"/>
              <a:ext cx="32918400" cy="11297757"/>
            </a:xfrm>
            <a:prstGeom prst="flowChartDocumen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1200"/>
              </a:defPPr>
            </a:lstStyle>
            <a:p>
              <a:pPr algn="ctr"/>
              <a:endParaRPr lang="en-US" sz="3524"/>
            </a:p>
          </p:txBody>
        </p:sp>
        <p:sp>
          <p:nvSpPr>
            <p:cNvPr id="40" name="Flowchart: Document 70"/>
            <p:cNvSpPr/>
            <p:nvPr/>
          </p:nvSpPr>
          <p:spPr>
            <a:xfrm rot="10800000" flipH="1">
              <a:off x="2" y="4228753"/>
              <a:ext cx="32918400" cy="17208847"/>
            </a:xfrm>
            <a:custGeom>
              <a:avLst/>
              <a:gdLst>
                <a:gd name="connsiteX0" fmla="*/ 0 w 21600"/>
                <a:gd name="connsiteY0" fmla="*/ 0 h 21600"/>
                <a:gd name="connsiteX1" fmla="*/ 21600 w 21600"/>
                <a:gd name="connsiteY1" fmla="*/ 0 h 21600"/>
                <a:gd name="connsiteX2" fmla="*/ 21600 w 21600"/>
                <a:gd name="connsiteY2" fmla="*/ 17322 h 21600"/>
                <a:gd name="connsiteX3" fmla="*/ 0 w 21600"/>
                <a:gd name="connsiteY3" fmla="*/ 20172 h 21600"/>
                <a:gd name="connsiteX4" fmla="*/ 0 w 21600"/>
                <a:gd name="connsiteY4" fmla="*/ 0 h 21600"/>
                <a:gd name="connsiteX0dup0" fmla="*/ 0 w 21600"/>
                <a:gd name="connsiteY0dup0" fmla="*/ 0 h 21495"/>
                <a:gd name="connsiteX1dup0" fmla="*/ 21600 w 21600"/>
                <a:gd name="connsiteY1dup0" fmla="*/ 0 h 21495"/>
                <a:gd name="connsiteX2dup0" fmla="*/ 15601 w 21600"/>
                <a:gd name="connsiteY2dup0" fmla="*/ 18514 h 21495"/>
                <a:gd name="connsiteX3dup0" fmla="*/ 0 w 21600"/>
                <a:gd name="connsiteY3dup0" fmla="*/ 20172 h 21495"/>
                <a:gd name="connsiteX4dup0" fmla="*/ 0 w 21600"/>
                <a:gd name="connsiteY4dup0" fmla="*/ 0 h 21495"/>
                <a:gd name="connsiteX0dup0dup1" fmla="*/ 0 w 15601"/>
                <a:gd name="connsiteY0dup0dup1" fmla="*/ 29 h 21524"/>
                <a:gd name="connsiteX1dup0dup1" fmla="*/ 15591 w 15601"/>
                <a:gd name="connsiteY1dup0dup1" fmla="*/ 0 h 21524"/>
                <a:gd name="connsiteX2dup0dup1" fmla="*/ 15601 w 15601"/>
                <a:gd name="connsiteY2dup0dup1" fmla="*/ 18543 h 21524"/>
                <a:gd name="connsiteX3dup0dup1" fmla="*/ 0 w 15601"/>
                <a:gd name="connsiteY3dup0dup1" fmla="*/ 20201 h 21524"/>
                <a:gd name="connsiteX4dup0dup1" fmla="*/ 0 w 15601"/>
                <a:gd name="connsiteY4dup0dup1" fmla="*/ 29 h 21524"/>
                <a:gd name="connsiteX0dup0dup1dup2" fmla="*/ 0 w 15601"/>
                <a:gd name="connsiteY0dup0dup1dup2" fmla="*/ 29 h 21278"/>
                <a:gd name="connsiteX1dup0dup1dup2" fmla="*/ 15591 w 15601"/>
                <a:gd name="connsiteY1dup0dup1dup2" fmla="*/ 0 h 21278"/>
                <a:gd name="connsiteX2dup0dup1dup2" fmla="*/ 15601 w 15601"/>
                <a:gd name="connsiteY2dup0dup1dup2" fmla="*/ 18543 h 21278"/>
                <a:gd name="connsiteX3dup0dup1dup2" fmla="*/ 0 w 15601"/>
                <a:gd name="connsiteY3dup0dup1dup2" fmla="*/ 20201 h 21278"/>
                <a:gd name="connsiteX4dup0dup1dup2" fmla="*/ 0 w 15601"/>
                <a:gd name="connsiteY4dup0dup1dup2" fmla="*/ 29 h 21278"/>
                <a:gd name="connsiteX0dup0dup1dup2dup3" fmla="*/ 0 w 15601"/>
                <a:gd name="connsiteY0dup0dup1dup2dup3" fmla="*/ 29 h 21156"/>
                <a:gd name="connsiteX1dup0dup1dup2dup3" fmla="*/ 15591 w 15601"/>
                <a:gd name="connsiteY1dup0dup1dup2dup3" fmla="*/ 0 h 21156"/>
                <a:gd name="connsiteX2dup0dup1dup2dup3" fmla="*/ 15601 w 15601"/>
                <a:gd name="connsiteY2dup0dup1dup2dup3" fmla="*/ 18543 h 21156"/>
                <a:gd name="connsiteX3dup0dup1dup2dup3" fmla="*/ 0 w 15601"/>
                <a:gd name="connsiteY3dup0dup1dup2dup3" fmla="*/ 20201 h 21156"/>
                <a:gd name="connsiteX4dup0dup1dup2dup3" fmla="*/ 0 w 15601"/>
                <a:gd name="connsiteY4dup0dup1dup2dup3" fmla="*/ 29 h 21156"/>
                <a:gd name="connsiteX0dup0dup1dup2dup3dup4" fmla="*/ 0 w 15601"/>
                <a:gd name="connsiteY0dup0dup1dup2dup3dup4" fmla="*/ 29 h 21172"/>
                <a:gd name="connsiteX1dup0dup1dup2dup3dup4" fmla="*/ 15591 w 15601"/>
                <a:gd name="connsiteY1dup0dup1dup2dup3dup4" fmla="*/ 0 h 21172"/>
                <a:gd name="connsiteX2dup0dup1dup2dup3dup4" fmla="*/ 15601 w 15601"/>
                <a:gd name="connsiteY2dup0dup1dup2dup3dup4" fmla="*/ 18543 h 21172"/>
                <a:gd name="connsiteX3dup0dup1dup2dup3dup4" fmla="*/ 0 w 15601"/>
                <a:gd name="connsiteY3dup0dup1dup2dup3dup4" fmla="*/ 20201 h 21172"/>
                <a:gd name="connsiteX4dup0dup1dup2dup3dup4" fmla="*/ 0 w 15601"/>
                <a:gd name="connsiteY4dup0dup1dup2dup3dup4" fmla="*/ 29 h 21172"/>
                <a:gd name="connsiteX0dup0dup1dup2dup3dup4dup5" fmla="*/ 0 w 15601"/>
                <a:gd name="connsiteY0dup0dup1dup2dup3dup4dup5" fmla="*/ 29 h 21294"/>
                <a:gd name="connsiteX1dup0dup1dup2dup3dup4dup5" fmla="*/ 15591 w 15601"/>
                <a:gd name="connsiteY1dup0dup1dup2dup3dup4dup5" fmla="*/ 0 h 21294"/>
                <a:gd name="connsiteX2dup0dup1dup2dup3dup4dup5" fmla="*/ 15601 w 15601"/>
                <a:gd name="connsiteY2dup0dup1dup2dup3dup4dup5" fmla="*/ 18543 h 21294"/>
                <a:gd name="connsiteX3dup0dup1dup2dup3dup4dup5" fmla="*/ 0 w 15601"/>
                <a:gd name="connsiteY3dup0dup1dup2dup3dup4dup5" fmla="*/ 20201 h 21294"/>
                <a:gd name="connsiteX4dup0dup1dup2dup3dup4dup5" fmla="*/ 0 w 15601"/>
                <a:gd name="connsiteY4dup0dup1dup2dup3dup4dup5" fmla="*/ 29 h 21294"/>
                <a:gd name="connsiteX0dup0dup1dup2dup3dup4dup5dup6" fmla="*/ 0 w 15601"/>
                <a:gd name="connsiteY0dup0dup1dup2dup3dup4dup5dup6" fmla="*/ 29 h 21270"/>
                <a:gd name="connsiteX1dup0dup1dup2dup3dup4dup5dup6" fmla="*/ 15591 w 15601"/>
                <a:gd name="connsiteY1dup0dup1dup2dup3dup4dup5dup6" fmla="*/ 0 h 21270"/>
                <a:gd name="connsiteX2dup0dup1dup2dup3dup4dup5dup6" fmla="*/ 15601 w 15601"/>
                <a:gd name="connsiteY2dup0dup1dup2dup3dup4dup5dup6" fmla="*/ 18543 h 21270"/>
                <a:gd name="connsiteX3dup0dup1dup2dup3dup4dup5dup6" fmla="*/ 0 w 15601"/>
                <a:gd name="connsiteY3dup0dup1dup2dup3dup4dup5dup6" fmla="*/ 20201 h 21270"/>
                <a:gd name="connsiteX4dup0dup1dup2dup3dup4dup5dup6" fmla="*/ 0 w 15601"/>
                <a:gd name="connsiteY4dup0dup1dup2dup3dup4dup5dup6" fmla="*/ 29 h 21270"/>
                <a:gd name="connsiteX0dup0dup1dup2dup3dup4dup5dup6dup7" fmla="*/ 0 w 15601"/>
                <a:gd name="connsiteY0dup0dup1dup2dup3dup4dup5dup6dup7" fmla="*/ 29 h 21322"/>
                <a:gd name="connsiteX1dup0dup1dup2dup3dup4dup5dup6dup7" fmla="*/ 15591 w 15601"/>
                <a:gd name="connsiteY1dup0dup1dup2dup3dup4dup5dup6dup7" fmla="*/ 0 h 21322"/>
                <a:gd name="connsiteX2dup0dup1dup2dup3dup4dup5dup6dup7" fmla="*/ 15601 w 15601"/>
                <a:gd name="connsiteY2dup0dup1dup2dup3dup4dup5dup6dup7" fmla="*/ 18863 h 21322"/>
                <a:gd name="connsiteX3dup0dup1dup2dup3dup4dup5dup6dup7" fmla="*/ 0 w 15601"/>
                <a:gd name="connsiteY3dup0dup1dup2dup3dup4dup5dup6dup7" fmla="*/ 20201 h 21322"/>
                <a:gd name="connsiteX4dup0dup1dup2dup3dup4dup5dup6dup7" fmla="*/ 0 w 15601"/>
                <a:gd name="connsiteY4dup0dup1dup2dup3dup4dup5dup6dup7" fmla="*/ 29 h 21322"/>
                <a:gd name="connsiteX0dup0dup1dup2dup3dup4dup5dup6dup7dup8" fmla="*/ 0 w 15601"/>
                <a:gd name="connsiteY0dup0dup1dup2dup3dup4dup5dup6dup7dup8" fmla="*/ 29 h 21347"/>
                <a:gd name="connsiteX1dup0dup1dup2dup3dup4dup5dup6dup7dup8" fmla="*/ 15591 w 15601"/>
                <a:gd name="connsiteY1dup0dup1dup2dup3dup4dup5dup6dup7dup8" fmla="*/ 0 h 21347"/>
                <a:gd name="connsiteX2dup0dup1dup2dup3dup4dup5dup6dup7dup8" fmla="*/ 15601 w 15601"/>
                <a:gd name="connsiteY2dup0dup1dup2dup3dup4dup5dup6dup7dup8" fmla="*/ 18863 h 21347"/>
                <a:gd name="connsiteX3dup0dup1dup2dup3dup4dup5dup6dup7dup8" fmla="*/ 0 w 15601"/>
                <a:gd name="connsiteY3dup0dup1dup2dup3dup4dup5dup6dup7dup8" fmla="*/ 20201 h 21347"/>
                <a:gd name="connsiteX4dup0dup1dup2dup3dup4dup5dup6dup7dup8" fmla="*/ 0 w 15601"/>
                <a:gd name="connsiteY4dup0dup1dup2dup3dup4dup5dup6dup7dup8" fmla="*/ 29 h 21347"/>
                <a:gd name="connsiteX0dup0dup1dup2dup3dup4dup5dup6dup7dup8dup9" fmla="*/ 0 w 15601"/>
                <a:gd name="connsiteY0dup0dup1dup2dup3dup4dup5dup6dup7dup8dup9" fmla="*/ 29 h 21222"/>
                <a:gd name="connsiteX1dup0dup1dup2dup3dup4dup5dup6dup7dup8dup9" fmla="*/ 15591 w 15601"/>
                <a:gd name="connsiteY1dup0dup1dup2dup3dup4dup5dup6dup7dup8dup9" fmla="*/ 0 h 21222"/>
                <a:gd name="connsiteX2dup0dup1dup2dup3dup4dup5dup6dup7dup8dup9" fmla="*/ 15601 w 15601"/>
                <a:gd name="connsiteY2dup0dup1dup2dup3dup4dup5dup6dup7dup8dup9" fmla="*/ 18863 h 21222"/>
                <a:gd name="connsiteX3dup0dup1dup2dup3dup4dup5dup6dup7dup8dup9" fmla="*/ 0 w 15601"/>
                <a:gd name="connsiteY3dup0dup1dup2dup3dup4dup5dup6dup7dup8dup9" fmla="*/ 20201 h 21222"/>
                <a:gd name="connsiteX4dup0dup1dup2dup3dup4dup5dup6dup7dup8dup9" fmla="*/ 0 w 15601"/>
                <a:gd name="connsiteY4dup0dup1dup2dup3dup4dup5dup6dup7dup8dup9" fmla="*/ 29 h 21222"/>
                <a:gd name="connsiteX0dup0dup1dup2dup3dup4dup5dup6dup7dup8dup9dup10" fmla="*/ 0 w 15601"/>
                <a:gd name="connsiteY0dup0dup1dup2dup3dup4dup5dup6dup7dup8dup9dup10" fmla="*/ 29 h 21210"/>
                <a:gd name="connsiteX1dup0dup1dup2dup3dup4dup5dup6dup7dup8dup9dup10" fmla="*/ 15591 w 15601"/>
                <a:gd name="connsiteY1dup0dup1dup2dup3dup4dup5dup6dup7dup8dup9dup10" fmla="*/ 0 h 21210"/>
                <a:gd name="connsiteX2dup0dup1dup2dup3dup4dup5dup6dup7dup8dup9dup10" fmla="*/ 15601 w 15601"/>
                <a:gd name="connsiteY2dup0dup1dup2dup3dup4dup5dup6dup7dup8dup9dup10" fmla="*/ 18863 h 21210"/>
                <a:gd name="connsiteX3dup0dup1dup2dup3dup4dup5dup6dup7dup8dup9dup10" fmla="*/ 0 w 15601"/>
                <a:gd name="connsiteY3dup0dup1dup2dup3dup4dup5dup6dup7dup8dup9dup10" fmla="*/ 20201 h 21210"/>
                <a:gd name="connsiteX4dup0dup1dup2dup3dup4dup5dup6dup7dup8dup9dup10" fmla="*/ 0 w 15601"/>
                <a:gd name="connsiteY4dup0dup1dup2dup3dup4dup5dup6dup7dup8dup9dup10" fmla="*/ 29 h 21210"/>
                <a:gd name="connsiteX0dup0dup1dup2dup3dup4dup5dup6dup7dup8dup9dup10dup11" fmla="*/ 0 w 15601"/>
                <a:gd name="connsiteY0dup0dup1dup2dup3dup4dup5dup6dup7dup8dup9dup10dup11" fmla="*/ 29 h 21275"/>
                <a:gd name="connsiteX1dup0dup1dup2dup3dup4dup5dup6dup7dup8dup9dup10dup11" fmla="*/ 15591 w 15601"/>
                <a:gd name="connsiteY1dup0dup1dup2dup3dup4dup5dup6dup7dup8dup9dup10dup11" fmla="*/ 0 h 21275"/>
                <a:gd name="connsiteX2dup0dup1dup2dup3dup4dup5dup6dup7dup8dup9dup10dup11" fmla="*/ 15601 w 15601"/>
                <a:gd name="connsiteY2dup0dup1dup2dup3dup4dup5dup6dup7dup8dup9dup10dup11" fmla="*/ 19241 h 21275"/>
                <a:gd name="connsiteX3dup0dup1dup2dup3dup4dup5dup6dup7dup8dup9dup10dup11" fmla="*/ 0 w 15601"/>
                <a:gd name="connsiteY3dup0dup1dup2dup3dup4dup5dup6dup7dup8dup9dup10dup11" fmla="*/ 20201 h 21275"/>
                <a:gd name="connsiteX4dup0dup1dup2dup3dup4dup5dup6dup7dup8dup9dup10dup11" fmla="*/ 0 w 15601"/>
                <a:gd name="connsiteY4dup0dup1dup2dup3dup4dup5dup6dup7dup8dup9dup10dup11" fmla="*/ 29 h 21275"/>
                <a:gd name="connsiteX0dup0dup1dup2dup3dup4dup5dup6dup7dup8dup9dup10dup11dup12" fmla="*/ 0 w 15601"/>
                <a:gd name="connsiteY0dup0dup1dup2dup3dup4dup5dup6dup7dup8dup9dup10dup11dup12" fmla="*/ 29 h 21467"/>
                <a:gd name="connsiteX1dup0dup1dup2dup3dup4dup5dup6dup7dup8dup9dup10dup11dup12" fmla="*/ 15591 w 15601"/>
                <a:gd name="connsiteY1dup0dup1dup2dup3dup4dup5dup6dup7dup8dup9dup10dup11dup12" fmla="*/ 0 h 21467"/>
                <a:gd name="connsiteX2dup0dup1dup2dup3dup4dup5dup6dup7dup8dup9dup10dup11dup12" fmla="*/ 15601 w 15601"/>
                <a:gd name="connsiteY2dup0dup1dup2dup3dup4dup5dup6dup7dup8dup9dup10dup11dup12" fmla="*/ 19241 h 21467"/>
                <a:gd name="connsiteX3dup0dup1dup2dup3dup4dup5dup6dup7dup8dup9dup10dup11dup12" fmla="*/ 0 w 15601"/>
                <a:gd name="connsiteY3dup0dup1dup2dup3dup4dup5dup6dup7dup8dup9dup10dup11dup12" fmla="*/ 20434 h 21467"/>
                <a:gd name="connsiteX4dup0dup1dup2dup3dup4dup5dup6dup7dup8dup9dup10dup11dup12" fmla="*/ 0 w 15601"/>
                <a:gd name="connsiteY4dup0dup1dup2dup3dup4dup5dup6dup7dup8dup9dup10dup11dup12" fmla="*/ 29 h 21467"/>
                <a:gd name="connsiteX0dup0dup1dup2dup3dup4dup5dup6dup7dup8dup9dup10dup11dup12dup13" fmla="*/ 0 w 15601"/>
                <a:gd name="connsiteY0dup0dup1dup2dup3dup4dup5dup6dup7dup8dup9dup10dup11dup12dup13" fmla="*/ 29 h 21343"/>
                <a:gd name="connsiteX1dup0dup1dup2dup3dup4dup5dup6dup7dup8dup9dup10dup11dup12dup13" fmla="*/ 15591 w 15601"/>
                <a:gd name="connsiteY1dup0dup1dup2dup3dup4dup5dup6dup7dup8dup9dup10dup11dup12dup13" fmla="*/ 0 h 21343"/>
                <a:gd name="connsiteX2dup0dup1dup2dup3dup4dup5dup6dup7dup8dup9dup10dup11dup12dup13" fmla="*/ 15601 w 15601"/>
                <a:gd name="connsiteY2dup0dup1dup2dup3dup4dup5dup6dup7dup8dup9dup10dup11dup12dup13" fmla="*/ 19241 h 21343"/>
                <a:gd name="connsiteX3dup0dup1dup2dup3dup4dup5dup6dup7dup8dup9dup10dup11dup12dup13" fmla="*/ 0 w 15601"/>
                <a:gd name="connsiteY3dup0dup1dup2dup3dup4dup5dup6dup7dup8dup9dup10dup11dup12dup13" fmla="*/ 20434 h 21343"/>
                <a:gd name="connsiteX4dup0dup1dup2dup3dup4dup5dup6dup7dup8dup9dup10dup11dup12dup13" fmla="*/ 0 w 15601"/>
                <a:gd name="connsiteY4dup0dup1dup2dup3dup4dup5dup6dup7dup8dup9dup10dup11dup12dup13" fmla="*/ 29 h 21343"/>
                <a:gd name="connsiteX0dup0dup1dup2dup3dup4dup5dup6dup7dup8dup9dup10dup11dup12dup13dup14" fmla="*/ 0 w 15601"/>
                <a:gd name="connsiteY0dup0dup1dup2dup3dup4dup5dup6dup7dup8dup9dup10dup11dup12dup13dup14" fmla="*/ 29 h 21351"/>
                <a:gd name="connsiteX1dup0dup1dup2dup3dup4dup5dup6dup7dup8dup9dup10dup11dup12dup13dup14" fmla="*/ 15591 w 15601"/>
                <a:gd name="connsiteY1dup0dup1dup2dup3dup4dup5dup6dup7dup8dup9dup10dup11dup12dup13dup14" fmla="*/ 0 h 21351"/>
                <a:gd name="connsiteX2dup0dup1dup2dup3dup4dup5dup6dup7dup8dup9dup10dup11dup12dup13dup14" fmla="*/ 15601 w 15601"/>
                <a:gd name="connsiteY2dup0dup1dup2dup3dup4dup5dup6dup7dup8dup9dup10dup11dup12dup13dup14" fmla="*/ 19241 h 21351"/>
                <a:gd name="connsiteX3dup0dup1dup2dup3dup4dup5dup6dup7dup8dup9dup10dup11dup12dup13dup14" fmla="*/ 0 w 15601"/>
                <a:gd name="connsiteY3dup0dup1dup2dup3dup4dup5dup6dup7dup8dup9dup10dup11dup12dup13dup14" fmla="*/ 20434 h 21351"/>
                <a:gd name="connsiteX4dup0dup1dup2dup3dup4dup5dup6dup7dup8dup9dup10dup11dup12dup13dup14" fmla="*/ 0 w 15601"/>
                <a:gd name="connsiteY4dup0dup1dup2dup3dup4dup5dup6dup7dup8dup9dup10dup11dup12dup13dup14" fmla="*/ 29 h 21351"/>
              </a:gdLst>
              <a:ahLst/>
              <a:cxnLst>
                <a:cxn ang="0">
                  <a:pos x="connsiteX0dup0dup1dup2dup3dup4dup5dup6dup7dup8dup9dup10dup11dup12dup13dup14" y="connsiteY0dup0dup1dup2dup3dup4dup5dup6dup7dup8dup9dup10dup11dup12dup13dup14"/>
                </a:cxn>
                <a:cxn ang="0">
                  <a:pos x="connsiteX1dup0dup1dup2dup3dup4dup5dup6dup7dup8dup9dup10dup11dup12dup13dup14" y="connsiteY1dup0dup1dup2dup3dup4dup5dup6dup7dup8dup9dup10dup11dup12dup13dup14"/>
                </a:cxn>
                <a:cxn ang="0">
                  <a:pos x="connsiteX2dup0dup1dup2dup3dup4dup5dup6dup7dup8dup9dup10dup11dup12dup13dup14" y="connsiteY2dup0dup1dup2dup3dup4dup5dup6dup7dup8dup9dup10dup11dup12dup13dup14"/>
                </a:cxn>
                <a:cxn ang="0">
                  <a:pos x="connsiteX3dup0dup1dup2dup3dup4dup5dup6dup7dup8dup9dup10dup11dup12dup13dup14" y="connsiteY3dup0dup1dup2dup3dup4dup5dup6dup7dup8dup9dup10dup11dup12dup13dup14"/>
                </a:cxn>
                <a:cxn ang="0">
                  <a:pos x="connsiteX4dup0dup1dup2dup3dup4dup5dup6dup7dup8dup9dup10dup11dup12dup13dup14" y="connsiteY4dup0dup1dup2dup3dup4dup5dup6dup7dup8dup9dup10dup11dup12dup13dup14"/>
                </a:cxn>
              </a:cxnLst>
              <a:rect l="l" t="t" r="r" b="b"/>
              <a:pathLst>
                <a:path w="15601" h="21351">
                  <a:moveTo>
                    <a:pt x="0" y="29"/>
                  </a:moveTo>
                  <a:lnTo>
                    <a:pt x="15591" y="0"/>
                  </a:lnTo>
                  <a:cubicBezTo>
                    <a:pt x="15591" y="5774"/>
                    <a:pt x="15601" y="13467"/>
                    <a:pt x="15601" y="19241"/>
                  </a:cubicBezTo>
                  <a:cubicBezTo>
                    <a:pt x="10638" y="19328"/>
                    <a:pt x="7602" y="23020"/>
                    <a:pt x="0" y="20434"/>
                  </a:cubicBez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1200"/>
              </a:defPPr>
            </a:lstStyle>
            <a:p>
              <a:pPr algn="ctr"/>
              <a:r>
                <a:rPr lang="en-US" sz="3524"/>
                <a:t> 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" y="21437600"/>
              <a:ext cx="32918400" cy="5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1200"/>
              </a:defPPr>
            </a:lstStyle>
            <a:p>
              <a:pPr algn="ctr"/>
              <a:endParaRPr lang="en-US" sz="3524"/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1" y="21386628"/>
              <a:ext cx="32918400" cy="0"/>
            </a:xfrm>
            <a:prstGeom prst="line">
              <a:avLst/>
            </a:prstGeom>
            <a:grpFill/>
            <a:ln w="254000">
              <a:solidFill>
                <a:srgbClr val="8CD2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B2C25681-95AF-45D0-852E-DC3E00E2FDFE}"/>
              </a:ext>
            </a:extLst>
          </p:cNvPr>
          <p:cNvSpPr txBox="1"/>
          <p:nvPr/>
        </p:nvSpPr>
        <p:spPr>
          <a:xfrm>
            <a:off x="4267200" y="558972"/>
            <a:ext cx="24384000" cy="19582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507516">
              <a:spcBef>
                <a:spcPct val="20000"/>
              </a:spcBef>
              <a:defRPr/>
            </a:pPr>
            <a:r>
              <a:rPr lang="en-US" sz="5700" dirty="0">
                <a:solidFill>
                  <a:schemeClr val="accent6">
                    <a:lumMod val="50000"/>
                  </a:schemeClr>
                </a:solidFill>
                <a:latin typeface="Libre Baskerville" panose="02000000000000000000" pitchFamily="2" charset="0"/>
              </a:rPr>
              <a:t>This Scientific Poster Template Is Provided By </a:t>
            </a:r>
            <a:r>
              <a:rPr lang="en-US" sz="5700" dirty="0" err="1">
                <a:solidFill>
                  <a:schemeClr val="accent6">
                    <a:lumMod val="50000"/>
                  </a:schemeClr>
                </a:solidFill>
                <a:latin typeface="Libre Baskerville" panose="02000000000000000000" pitchFamily="2" charset="0"/>
              </a:rPr>
              <a:t>PosterNerd</a:t>
            </a:r>
            <a:endParaRPr lang="en-US" sz="5700" dirty="0">
              <a:solidFill>
                <a:schemeClr val="accent6">
                  <a:lumMod val="50000"/>
                </a:schemeClr>
              </a:solidFill>
              <a:latin typeface="Libre Baskerville" panose="02000000000000000000" pitchFamily="2" charset="0"/>
            </a:endParaRPr>
          </a:p>
          <a:p>
            <a:pPr algn="ctr" defTabSz="2507516">
              <a:spcBef>
                <a:spcPct val="20000"/>
              </a:spcBef>
              <a:defRPr/>
            </a:pPr>
            <a:r>
              <a:rPr lang="en-US" sz="5700" dirty="0">
                <a:solidFill>
                  <a:schemeClr val="accent6">
                    <a:lumMod val="50000"/>
                  </a:schemeClr>
                </a:solidFill>
                <a:latin typeface="Libre Baskerville" panose="02000000000000000000" pitchFamily="2" charset="0"/>
              </a:rPr>
              <a:t>Enter A Title And Add Logos To Your Poster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EF872E11-D0DF-4446-BE76-A398B88E9B44}"/>
              </a:ext>
            </a:extLst>
          </p:cNvPr>
          <p:cNvSpPr txBox="1"/>
          <p:nvPr/>
        </p:nvSpPr>
        <p:spPr>
          <a:xfrm>
            <a:off x="4267200" y="2614058"/>
            <a:ext cx="24384000" cy="19537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700" dirty="0">
                <a:solidFill>
                  <a:schemeClr val="accent6">
                    <a:lumMod val="50000"/>
                  </a:schemeClr>
                </a:solidFill>
                <a:latin typeface="Montserrat" panose="00000500000000000000" pitchFamily="50" charset="0"/>
                <a:cs typeface="Arial" pitchFamily="34" charset="0"/>
              </a:rPr>
              <a:t>Add Author Names and Information</a:t>
            </a:r>
          </a:p>
          <a:p>
            <a:pPr algn="ctr">
              <a:defRPr/>
            </a:pPr>
            <a:r>
              <a:rPr lang="en-US" sz="3700" dirty="0">
                <a:solidFill>
                  <a:schemeClr val="accent6">
                    <a:lumMod val="50000"/>
                  </a:schemeClr>
                </a:solidFill>
                <a:latin typeface="Montserrat" panose="00000500000000000000" pitchFamily="50" charset="0"/>
                <a:cs typeface="Arial" pitchFamily="34" charset="0"/>
              </a:rPr>
              <a:t>Include University or Department Names if Needed</a:t>
            </a:r>
          </a:p>
          <a:p>
            <a:pPr algn="ctr">
              <a:defRPr/>
            </a:pPr>
            <a:endParaRPr lang="en-US" sz="3700" dirty="0">
              <a:solidFill>
                <a:srgbClr val="235078"/>
              </a:solidFill>
              <a:latin typeface="Montserrat" panose="00000500000000000000" pitchFamily="50" charset="0"/>
              <a:cs typeface="Arial" pitchFamily="34" charset="0"/>
            </a:endParaRPr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FD3D0ACE-DC7E-450B-BD49-B7A44641E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80" y="5564618"/>
            <a:ext cx="17186787" cy="30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en-US" sz="1600"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E62CA47B-6D2F-458C-98CC-19C397FB8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9" y="5062132"/>
            <a:ext cx="6400800" cy="582201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none" lIns="91417" tIns="48768" rIns="91417" bIns="45709" anchor="ctr" anchorCtr="0"/>
          <a:lstStyle>
            <a:defPPr>
              <a:defRPr kern="1200"/>
            </a:defPPr>
          </a:lstStyle>
          <a:p>
            <a:pPr defTabSz="3135215"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Libre Baskerville" panose="02000000000000000000" pitchFamily="2" charset="0"/>
              </a:rPr>
              <a:t>Abstract</a:t>
            </a:r>
          </a:p>
        </p:txBody>
      </p:sp>
      <p:sp>
        <p:nvSpPr>
          <p:cNvPr id="45" name="Rectangle 10"/>
          <p:cNvSpPr>
            <a:spLocks noChangeArrowheads="1"/>
          </p:cNvSpPr>
          <p:nvPr/>
        </p:nvSpPr>
        <p:spPr bwMode="auto">
          <a:xfrm>
            <a:off x="534554" y="6797792"/>
            <a:ext cx="7284033" cy="58220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miter lim="800000"/>
          </a:ln>
        </p:spPr>
        <p:txBody>
          <a:bodyPr wrap="none" lIns="91417" tIns="48768" rIns="91417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Libre Baskerville" panose="02000000000000000000" pitchFamily="2" charset="0"/>
              </a:rPr>
              <a:t>Introduction</a:t>
            </a:r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10661D15-FEEC-48A3-BE53-98D164F2C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883" y="6797792"/>
            <a:ext cx="15714543" cy="58220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noFill/>
            <a:miter lim="800000"/>
          </a:ln>
        </p:spPr>
        <p:txBody>
          <a:bodyPr wrap="none" lIns="91417" tIns="48768" rIns="91417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Libre Baskerville" panose="02000000000000000000" pitchFamily="2" charset="0"/>
              </a:rPr>
              <a:t>Methodology</a:t>
            </a:r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0BB0DEBB-643A-495C-9A00-84ACC65F1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3721" y="6797792"/>
            <a:ext cx="7284033" cy="58220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noFill/>
            <a:miter lim="800000"/>
          </a:ln>
        </p:spPr>
        <p:txBody>
          <a:bodyPr wrap="none" lIns="91417" tIns="48768" rIns="91417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Libre Baskerville" panose="02000000000000000000" pitchFamily="2" charset="0"/>
              </a:rPr>
              <a:t>Results</a:t>
            </a:r>
          </a:p>
        </p:txBody>
      </p:sp>
      <p:sp>
        <p:nvSpPr>
          <p:cNvPr id="50" name="Rectangle 10">
            <a:extLst>
              <a:ext uri="{FF2B5EF4-FFF2-40B4-BE49-F238E27FC236}">
                <a16:creationId xmlns:a16="http://schemas.microsoft.com/office/drawing/2014/main" id="{1BD94FDB-190B-4638-89EC-A656D1270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54" y="15365578"/>
            <a:ext cx="7284033" cy="58220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noFill/>
            <a:miter lim="800000"/>
          </a:ln>
        </p:spPr>
        <p:txBody>
          <a:bodyPr wrap="none" lIns="91417" tIns="48768" rIns="91417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Libre Baskerville" panose="02000000000000000000" pitchFamily="2" charset="0"/>
              </a:rPr>
              <a:t>Materials</a:t>
            </a:r>
          </a:p>
        </p:txBody>
      </p:sp>
      <p:sp>
        <p:nvSpPr>
          <p:cNvPr id="54" name="Rectangle 10">
            <a:extLst>
              <a:ext uri="{FF2B5EF4-FFF2-40B4-BE49-F238E27FC236}">
                <a16:creationId xmlns:a16="http://schemas.microsoft.com/office/drawing/2014/main" id="{C5373E80-5BA7-4273-832B-6C4F5740A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3721" y="14757974"/>
            <a:ext cx="7284033" cy="58220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noFill/>
            <a:miter lim="800000"/>
          </a:ln>
        </p:spPr>
        <p:txBody>
          <a:bodyPr wrap="none" lIns="91417" tIns="48768" rIns="91417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Libre Baskerville" panose="02000000000000000000" pitchFamily="2" charset="0"/>
              </a:rPr>
              <a:t>Conclusion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7E454-6E74-438E-B6CD-F623F47990B5}"/>
              </a:ext>
            </a:extLst>
          </p:cNvPr>
          <p:cNvSpPr txBox="1"/>
          <p:nvPr/>
        </p:nvSpPr>
        <p:spPr>
          <a:xfrm>
            <a:off x="534555" y="7511921"/>
            <a:ext cx="726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1600" dirty="0"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BD7720-E258-450C-97C8-212EC4244F55}"/>
              </a:ext>
            </a:extLst>
          </p:cNvPr>
          <p:cNvSpPr txBox="1"/>
          <p:nvPr/>
        </p:nvSpPr>
        <p:spPr>
          <a:xfrm>
            <a:off x="531979" y="16095114"/>
            <a:ext cx="7284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1600"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47" name="Text Box 6">
            <a:extLst>
              <a:ext uri="{FF2B5EF4-FFF2-40B4-BE49-F238E27FC236}">
                <a16:creationId xmlns:a16="http://schemas.microsoft.com/office/drawing/2014/main" id="{786A1CE5-26F5-4365-A6A8-5A9298D43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882" y="7507742"/>
            <a:ext cx="7630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1600"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48" name="Text Box 6">
            <a:extLst>
              <a:ext uri="{FF2B5EF4-FFF2-40B4-BE49-F238E27FC236}">
                <a16:creationId xmlns:a16="http://schemas.microsoft.com/office/drawing/2014/main" id="{F0CED6AC-A82D-4E7E-8DE1-9DE68E175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55624" y="7507742"/>
            <a:ext cx="75478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1600"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98FE72F-E77A-4480-B8D1-D34F20784276}"/>
              </a:ext>
            </a:extLst>
          </p:cNvPr>
          <p:cNvSpPr txBox="1"/>
          <p:nvPr/>
        </p:nvSpPr>
        <p:spPr>
          <a:xfrm>
            <a:off x="25097377" y="7503098"/>
            <a:ext cx="726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1600"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995B8920-2EE7-4FFC-B20D-4A97E28B3E9A}"/>
              </a:ext>
            </a:extLst>
          </p:cNvPr>
          <p:cNvSpPr txBox="1"/>
          <p:nvPr/>
        </p:nvSpPr>
        <p:spPr>
          <a:xfrm>
            <a:off x="25087044" y="15563741"/>
            <a:ext cx="7270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1600"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</p:spTree>
    <p:extLst>
      <p:ext uri="{BB962C8B-B14F-4D97-AF65-F5344CB8AC3E}">
        <p14:creationId xmlns:p14="http://schemas.microsoft.com/office/powerpoint/2010/main" val="403887106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hypotheticalocean|08-2022"/>
</p:tagLst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3636</TotalTime>
  <Words>114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Libre Baskerville</vt:lpstr>
      <vt:lpstr>Montserrat</vt:lpstr>
      <vt:lpstr>Montserrat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Rebecca Gautreaux</cp:lastModifiedBy>
  <cp:revision>23</cp:revision>
  <cp:lastPrinted>2011-01-21T18:13:44Z</cp:lastPrinted>
  <dcterms:modified xsi:type="dcterms:W3CDTF">2026-04-15T21:30:33Z</dcterms:modified>
  <cp:category>scientific poster powerpoint</cp:category>
</cp:coreProperties>
</file>